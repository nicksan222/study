
<file path=ppt/presentation.xml><?xml version="1.0" encoding="utf-8"?>
<p:presentation xmlns:p="urn:p" xmlns:r="urn:r">
  <p:sldIdLst>
    <p:sldId r:id="r1"/>
  </p:sldIdLst>
</p:presentation>
</file>

<file path=ppt/_rels/presentation.xml.rels><Relationships><Relationship Id="r1" Type="x/slide" Target="slides/slide1.xml"/></Relationships>
</file>

<file path=ppt/slides/slide1.xml><?xml version="1.0" encoding="utf-8"?>
<p:sld xmlns:p="urn:p" xmlns:a="urn:a">
  <p:sp>
    <a:p>
      <a:t>Before</a:t>
    </a:p>
  </p:sp>
  <a:tbl>
    <a:tr>
      <a:tc>
        <a:p>
          <a:t>Cell</a:t>
        </a:p>
      </a:tc>
    </a:tr>
  </a:tbl>
  <p:sp>
    <a:p>
      <a:t>After</a:t>
    </a:p>
  </p:sp>
</p:sld>
</file>